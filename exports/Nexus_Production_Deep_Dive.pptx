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in contact-center language (AHT, CSAT, escalations, handoffs).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image-2b57a9b6-9666-4e93-9ab4-fc5db0f6141b.png</a:t>
            </a:r>
          </a:p>
          <a:p/>
          <a:p>
            <a:r>
              <a:t>Explain what the viewer is seeing, what problem this UI solves, and how it connects to the backend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image-4baec4b8-06cf-4b6b-b561-bed0e6f26bf7.png</a:t>
            </a:r>
          </a:p>
          <a:p/>
          <a:p>
            <a:r>
              <a:t>Explain what the viewer is seeing, what problem this UI solves, and how it connects to the backend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image-60843011-a065-479f-aa5f-46574e57ddc6.png</a:t>
            </a:r>
          </a:p>
          <a:p/>
          <a:p>
            <a:r>
              <a:t>Explain what the viewer is seeing, what problem this UI solves, and how it connects to the backend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Nexus — Production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Omnichannel AI agent platform (Chat · Copilot · Voice) with auth, observability, and operations.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CX teams lose speed and accuracy when chat, voice, and internal tools are siloed.</a:t>
            </a:r>
          </a:p>
          <a:p>
            <a:pPr/>
            <a:r>
              <a:t>Nexus provides one orchestrator and one console for customer + agent workflows across channels.</a:t>
            </a:r>
          </a:p>
          <a:p>
            <a:pPr/>
            <a:r>
              <a:t>Outcomes: faster resolutions, consistent quality, and full operational visibility.</a:t>
            </a:r>
          </a:p>
          <a:p>
            <a:pPr/>
            <a:r>
              <a:t>Production baseline: HTTPS, JWT auth, rate limiting, audit logging, backups, systemd operation.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Do (Agentic CX)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Agents for Customers: resolve chat/voice inquiries end-to-end (intake → execute → follow-up)</a:t>
            </a:r>
          </a:p>
          <a:p>
            <a:pPr/>
            <a:r>
              <a:t>AI Agents for Frontline Teams: copilot assistance with context + next-best actions + drafts</a:t>
            </a:r>
          </a:p>
          <a:p>
            <a:pPr/>
            <a:r>
              <a:t>AI Agents for Operations: evaluation, insights, and continuous improvement loops</a:t>
            </a:r>
          </a:p>
          <a:p>
            <a:pPr/>
            <a:r>
              <a:t>Shared knowledge layer: RAG retrieval with persistence (Chroma), citations, and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Browser UI (static) → FastAPI `/api/v1/*`</a:t>
            </a:r>
          </a:p>
          <a:p>
            <a:pPr/>
            <a:r>
              <a:t>JWT auth (multi-tenant) gates all production endpoints</a:t>
            </a:r>
          </a:p>
          <a:p>
            <a:pPr/>
            <a:r>
              <a:t>Orchestrator routes requests to tools + KB retrieval</a:t>
            </a:r>
          </a:p>
          <a:p>
            <a:pPr/>
            <a:r>
              <a:t>Persistence: SQLite + Chroma on free tier (upgrade path: Postgres + Redis)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APP_ENV=production (docs disabled, demo reset disabled)</a:t>
            </a:r>
          </a:p>
          <a:p>
            <a:pPr/>
            <a:r>
              <a:t>AUTH_REQUIRED=true (JWT required for APIs + WS)</a:t>
            </a:r>
          </a:p>
          <a:p>
            <a:pPr/>
            <a:r>
              <a:t>Registration closed after bootstrap (ALLOW_REGISTRATION=false)</a:t>
            </a:r>
          </a:p>
          <a:p>
            <a:pPr/>
            <a:r>
              <a:t>Admin-only integrations + audit logging</a:t>
            </a:r>
          </a:p>
          <a:p>
            <a:pPr/>
            <a:r>
              <a:t>Rate limiting middleware per endpoint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systemd: `nexus.service` for reboot-safe uptime</a:t>
            </a:r>
          </a:p>
          <a:p>
            <a:pPr/>
            <a:r>
              <a:t>Daily backups: SQLite + Chroma + config (`nexus-backup.timer`)</a:t>
            </a:r>
          </a:p>
          <a:p>
            <a:pPr/>
            <a:r>
              <a:t>Edge hardening: Caddy TLS + security headers + CSP</a:t>
            </a:r>
          </a:p>
          <a:p>
            <a:pPr/>
            <a:r>
              <a:t>Monitoring: health endpoint + optional Sentry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UI — Example 1</a:t>
            </a:r>
          </a:p>
        </p:txBody>
      </p:sp>
      <p:pic>
        <p:nvPicPr>
          <p:cNvPr id="3" name="Picture 2" descr="image-2b57a9b6-9666-4e93-9ab4-fc5db0f614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353833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Auth gate: sign-in / create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UI — Example 2</a:t>
            </a:r>
          </a:p>
        </p:txBody>
      </p:sp>
      <p:pic>
        <p:nvPicPr>
          <p:cNvPr id="3" name="Picture 2" descr="image-4baec4b8-06cf-4b6b-b561-bed0e6f26b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00073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Nexus console UI (chat/cases console)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UI — Example 3</a:t>
            </a:r>
          </a:p>
        </p:txBody>
      </p:sp>
      <p:pic>
        <p:nvPicPr>
          <p:cNvPr id="3" name="Picture 2" descr="image-60843011-a065-479f-aa5f-46574e57dd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383599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Integrations settings (keys stored encrypted server-side)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Helps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Composable platform: swap LLMs, CRMs, ticketing systems</a:t>
            </a:r>
          </a:p>
          <a:p>
            <a:pPr/>
            <a:r>
              <a:t>Clear security posture: auth-first, admin-only config, audit log</a:t>
            </a:r>
          </a:p>
          <a:p>
            <a:pPr/>
            <a:r>
              <a:t>Operational maturity: backups, systemd, health checks</a:t>
            </a:r>
          </a:p>
          <a:p>
            <a:pPr/>
            <a:r>
              <a:t>Roadmap-ready: Postgres/Redis scale path without redesign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Move to Oracle Always Free Ampere A1 (still $0) for Postgres + Redis</a:t>
            </a:r>
          </a:p>
          <a:p>
            <a:pPr/>
            <a:r>
              <a:t>Add admin UI for user provisioning (instead of API-only)</a:t>
            </a:r>
          </a:p>
          <a:p>
            <a:pPr/>
            <a:r>
              <a:t>Add WAF/bot protection (Cloudflare) and alerting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Production Deep Dive</dc:title>
  <dc:subject>Production-grade omnichannel AI agent platform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