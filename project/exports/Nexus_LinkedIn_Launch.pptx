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-ch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-copi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-vo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Nexus — Chat · Copilot · Voice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